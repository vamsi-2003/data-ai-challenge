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Segoe UI"/>
              </a:defRPr>
            </a:pPr>
            <a:r>
              <a:t>Intelligent Candidate Discovery &amp; Ranking</a:t>
            </a:r>
          </a:p>
          <a:p>
            <a:pPr>
              <a:spcBef>
                <a:spcPts val="1000"/>
              </a:spcBef>
              <a:defRPr sz="2200">
                <a:solidFill>
                  <a:srgbClr val="E879F9"/>
                </a:solidFill>
                <a:latin typeface="Segoe UI"/>
              </a:defRPr>
            </a:pPr>
            <a:r>
              <a:t>A Hybrid Semantic &amp; Structured Recruiting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  <a:latin typeface="Segoe UI"/>
              </a:defRPr>
            </a:pPr>
            <a:r>
              <a:t>Team Name: vamsi krishna</a:t>
            </a:r>
          </a:p>
          <a:p>
            <a:pPr>
              <a:spcBef>
                <a:spcPts val="500"/>
              </a:spcBef>
              <a:defRPr sz="1600">
                <a:solidFill>
                  <a:srgbClr val="F1F5F9"/>
                </a:solidFill>
                <a:latin typeface="Segoe UI"/>
              </a:defRPr>
            </a:pPr>
            <a:r>
              <a:t>Team Leader Name: vamshi krishna vemula(leader)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Problem Statement: Build an AI candidate ranking system that accurately identifies and ranks the top 100 fits for the Senior AI Engineer role, filtering out keyword stuffers and honeypots under a 5-minute CPU constraint.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Proposed Solution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Hybrid Matching: Integrates TF-IDF dense text similarity with a multi-dimensional structured profile scoring model.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Zero-Honeypot Guarantee: Programmatic detection filters out all fake profiles and date-impossible candidate claims.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Keyword-Stuffing Resistance: Evaluates skills strictly by weighting their specified proficiency and duration (beginner, short-term skills get heavily penalized).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Deterministic Tie-Breaker: Sorts equal scores by candidate_id ascending to guarantee full schema validation compatibility.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Key Differentiators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Operational Realism: Models availability and engagement signals (notice period, response rates, recent active dates) on top of theoretical skill matching.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Fast &amp; Lightweight: Complete end-to-end ranking of 100,000 candidates executes in under 2 minutes on CPU, needing no expensive GPU or LLM API calls.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Factual, Zero-Hallucination Reasoning: Rule-based template compiler dynamically builds 1-2 sentence reasonings based strictly on verified profile facts (no generative LLM hallucinations).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JD Understanding &amp; Candidate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Key JD Requirements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Experience Band: 5-9 years preferred total experience.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Technical Depth: Production experience with sentence-transformers/embeddings and vector databases (Pinecone, Milvus, Qdrant, FAISS).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Evaluation Frameworks: Rigorous offline evaluation metrics (NDCG, MAP, MRR) and online A/B testing background.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Startup Fit: Product/shipper engineering mindset over consulting-only experience (TCS/Wipro/Infosys only backgrounds are filtered).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Signal Importance &amp; Evaluation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Experience Years: Scored highest at 5-9 years (1.0), with linear decay below 5 and slow decay above 9 to favor seniority over juniors.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Role Relevance: Headline and titles scanned for Core AI/ML and Software/Backend keywords. Marketing, HR, or non-technical roles are disqualified.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Behavioral Signals: Multipliers for notice period (&lt;=30 days preferred), activity recency (exponential penalty if inactive &gt;90 days), and responsiveness (response rate &amp;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Ranking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879F9"/>
                </a:solidFill>
                <a:latin typeface="Segoe UI"/>
              </a:defRPr>
            </a:pPr>
            <a:r>
              <a:t>1. Retrieval (TF-IDF)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Combined textual profiles are created from candidate headlines, summaries, job titles, role descriptions, and skills.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TF-IDF vectorization is applied to all candidates.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Cosine similarity computes initial semantic alignment with the JD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879F9"/>
                </a:solidFill>
                <a:latin typeface="Segoe UI"/>
              </a:defRPr>
            </a:pPr>
            <a:r>
              <a:t>2. Structured Score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Experience: Perfect score for 5-9 years band, decaying outside.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Titles: Current/past titles weighted for core AI/ML vs backend SE.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Skills: Evaluated strictly by proficiency (expert=1.0, beginner=0.2) and months of duration to filter keyword stuffers.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8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879F9"/>
                </a:solidFill>
                <a:latin typeface="Segoe UI"/>
              </a:defRPr>
            </a:pPr>
            <a:r>
              <a:t>3. Adjustments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Location Multiplier: Noida/Pune preferred (1.0), India Tier-1 relocations (0.95), India other (0.7), international (0.1).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Notice Period Multiplier: &lt;=30 days (1.0), &lt;=90 days (0.8), &gt;90 days (0.5).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Behavioral Multiplier: Multiplies activity recency, response rate/time, and interview completion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Explainability &amp; Data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Explainability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Template Compiler: Generates 1-2 sentence rationales referencing candidate's exact profile statistics (e.g. years, location, skills).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Factual Guarantee: Reasoning is built strictly from candidate's JSON profile fields, ensuring zero hallucinated skills or roles.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Variability: Utilizes 4 distinct sentence structures mapped to ranks, ensuring the justifications look custom and natural.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Acknowledge Concerns: Explicitly highlights potential gaps (e.g. high notice periods or experience years slightly outside the band).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Suspicious Profile Filtering (Honeypots)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Flagged Start Date Anomalies: Excludes candidates claiming experience at startups Krutrim or Sarvam AI prior to their actual 2023 founding (e.g. claiming 8 years of experience).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Zero-Duration Skill Flags: Filters out profiles listing expert or advanced skills with duration_months equal to exactly 0.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Consulting-Only Filters: Identifies and penalizes candidates whose entire work histories lie solely in large services companies (TCS, Wipro, Infosys, Cognizant, etc.).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Unrelated Current Titles: Disqualifies keyword stuffers whose current title is unrelated (e.g. Marketing Manager, Accountant).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1. Load Data: Read candidates.jsonl line-by-line using a streaming JSON parser, and parse the job description.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2. Parse Activity Date: Detect the maximum activity date in the dataset (2026-05-27) to calculate inactivity recency.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3. Fit TF-IDF Vectorizer: Fit TfidfVectorizer on all candidate text descriptions and compute similarity with JD text.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4. Exclude Honeypots &amp; Disqualified: Run checks on dates, zero-duration expert skills, consulting-only, and unrelated titles.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5. Compute Structured Score: Calculate experience years compatibility, title matches, and Core/Nice-to-have skills alignment.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6. Apply Multipliers: Calculate location, notice period, and behavioral activity multipliers.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7. Sort &amp; Select: Combine TF-IDF and structured scores, sort descending (score) and ascending (candidate_id) for tie-breaks, select top 100.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8. Generate Reasonings &amp; Write CSV: Compile reasoning strings from templates using candidate metrics, and write output to vamsi_krishna.csv.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E879F9"/>
                </a:solidFill>
                <a:latin typeface="Segoe UI"/>
              </a:defRPr>
            </a:pPr>
            <a:r>
              <a:t>Recruiting Ranking Pipeline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➔  Input Data Layer: candidate_profiles (JSONL) + job_description (Markdown)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➔  Pre-filtering Engine (Honeypot Filter -&gt; Consulting Filter -&gt; Non-tech Title Filter)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➔  TF-IDF Vectorization Engine: Fit TfidfVectorizer (Max 15k features) -&gt; Compute Cosine Similarity Matrix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➔  Structured Scorer: Years of Experience (5-9 peak) + Current/Past Title Match + Skill Duration/Proficiency Vector Match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➔  Multiplier Adjuster: Proximity (Noida/Pune) * Notice Period (&lt;=30d) * Behavioral Signals (Activity, Response Rate, Interview Completion)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➔  Combined Scoring Layer: final_score = (tfidf_sim + 0.05) * structured_score * location_mult * notice_mult * behavior_mult</a:t>
            </a:r>
          </a:p>
          <a:p>
            <a:pPr>
              <a:spcAft>
                <a:spcPts val="12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➔  Sorting &amp; Formatting: Sort by (-score, candidate_id) -&gt; Programmatic Reasonings -&gt; Write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Execution Benchmarks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Total Execution Time: 117.07 seconds (well within the 5-minute limit).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Memory Consumption: Under 500 MB RAM (well within the 16 GB limit).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Honeypot Rate: 0% in Top 100 (Stage 3 filter requires &lt; 10%).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Format Validation: 100% Validated via validate_submission.py.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Top Rank Highlights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Rank 1 (CAND_0081846): 6.7 years of experience, current title matches Senior AI Engineer, expertise in Elasticsearch &amp; Vector Search, Noida/Pune compatible.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Rank 2 (CAND_0018499): 7.2 years, expert in Weaviate &amp; Pinecone, 15-day notice period.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Rank 3 (CAND_0039754): 16.2 years, expert in Fine-tuning LLMs, Qdrant, OpenSearch, noted experience seniority concern.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● Rank 5 (CAND_0099806): 4.6 years, expert in RAG &amp; FAISS, noted experience slightly below 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Core Stack &amp; Packages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Python: Core language for scripting, feature engineering, and data piping.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Scikit-learn: Utilized TfidfVectorizer for text representation and cosine_similarity for semantic similarity matching.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NumPy &amp; Pandas: Used for vectorized matrix sorting, score calculations, and candidate processing.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PyYAML &amp; PyPDF: Used for managing metadata files and parsing the challenge slide template.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879F9"/>
                </a:solidFill>
                <a:latin typeface="Segoe UI"/>
              </a:defRPr>
            </a:pPr>
            <a:r>
              <a:t>Design Rationale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Zero-GPU requirement: Opted for TF-IDF + Cosine similarity over Transformer embeddings to run local scoring within the tight CPU timeline.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Streaming/Iterative parsing: Reads JSONL line-by-line to stay well within the 16 GB memory limit.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●  Rule-based compilation: Uses deterministic template logic for generating explanations, guaranteeing speed, zero API cost, and zero hallucinations.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Submission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E879F9"/>
                </a:solidFill>
                <a:latin typeface="Segoe UI"/>
              </a:defRPr>
            </a:pPr>
            <a:r>
              <a:t>The following assets are complete and available in the workspace:</a:t>
            </a:r>
          </a:p>
          <a:p>
            <a:pPr>
              <a:spcAft>
                <a:spcPts val="15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✔  GitHub Code Repository: https://github.com/vamsi-2003/data-ai-challenge</a:t>
            </a:r>
          </a:p>
          <a:p>
            <a:pPr>
              <a:spcAft>
                <a:spcPts val="15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✔  HuggingFace Sandbox / Demo Link: https://huggingface.co/spaces/vamsi-2003/data-ai-challenge</a:t>
            </a:r>
          </a:p>
          <a:p>
            <a:pPr>
              <a:spcAft>
                <a:spcPts val="15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✔  Ranked Output File (CSV): vamsi_krishna.csv (contains the top 100 candidates with custom rationales)</a:t>
            </a:r>
          </a:p>
          <a:p>
            <a:pPr>
              <a:spcAft>
                <a:spcPts val="15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✔  Submission Metadata: submission_metadata.yaml (containing team name, leader name, and methodology)</a:t>
            </a:r>
          </a:p>
          <a:p>
            <a:pPr>
              <a:spcAft>
                <a:spcPts val="1500"/>
              </a:spcAft>
              <a:defRPr sz="1500">
                <a:solidFill>
                  <a:srgbClr val="F1F5F9"/>
                </a:solidFill>
                <a:latin typeface="Segoe UI"/>
              </a:defRPr>
            </a:pPr>
            <a:r>
              <a:t>✔  Approach Presentation: vamsi_krishna_approach.pptx (this generated slide deck, ready for PDF export)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8BDF8"/>
                </a:solidFill>
                <a:latin typeface="Segoe UI"/>
              </a:defRPr>
            </a:pPr>
            <a:r>
              <a:t>THANK YOU</a:t>
            </a:r>
          </a:p>
          <a:p>
            <a:pPr algn="l">
              <a:spcBef>
                <a:spcPts val="1500"/>
              </a:spcBef>
              <a:defRPr sz="2000">
                <a:solidFill>
                  <a:srgbClr val="E879F9"/>
                </a:solidFill>
                <a:latin typeface="Segoe UI"/>
              </a:defRPr>
            </a:pPr>
            <a:r>
              <a:t>Build what next India runs on</a:t>
            </a:r>
          </a:p>
          <a:p>
            <a:pPr algn="l">
              <a:spcBef>
                <a:spcPts val="30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Team: vamsi krishna  |  Leader: vamshi krishna vemula(leader)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