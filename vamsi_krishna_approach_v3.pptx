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657600"/>
            <a:ext cx="10911535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820095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Segoe UI"/>
              </a:defRPr>
            </a:pPr>
            <a:r>
              <a:t>Team Name : </a:t>
            </a:r>
            <a:r>
              <a:rPr b="0">
                <a:solidFill>
                  <a:srgbClr val="334155"/>
                </a:solidFill>
              </a:rPr>
              <a:t>vamsi krishna</a:t>
            </a:r>
          </a:p>
          <a:p>
            <a:pPr>
              <a:spcBef>
                <a:spcPts val="800"/>
              </a:spcBef>
              <a:defRPr b="1" sz="1600">
                <a:solidFill>
                  <a:srgbClr val="0F172A"/>
                </a:solidFill>
                <a:latin typeface="Segoe UI"/>
              </a:defRPr>
            </a:pPr>
            <a:r>
              <a:t>Team Leader Name : </a:t>
            </a:r>
            <a:r>
              <a:rPr b="0">
                <a:solidFill>
                  <a:srgbClr val="334155"/>
                </a:solidFill>
              </a:rPr>
              <a:t>vamshi krishna vemula(leader)</a:t>
            </a:r>
          </a:p>
          <a:p>
            <a:pPr>
              <a:spcBef>
                <a:spcPts val="800"/>
              </a:spcBef>
              <a:defRPr b="1" sz="1600">
                <a:solidFill>
                  <a:srgbClr val="0F172A"/>
                </a:solidFill>
                <a:latin typeface="Segoe UI"/>
              </a:defRPr>
            </a:pPr>
            <a:r>
              <a:t>Problem Statement : </a:t>
            </a:r>
            <a:r>
              <a:rPr b="0">
                <a:solidFill>
                  <a:srgbClr val="334155"/>
                </a:solidFill>
              </a:rPr>
              <a:t>Design and build an offline, production-grade candidate ranking system that accurately identifies the top 100 fits from a 100,000 candidate pool for a 'Senior AI Engineer' role in under 5 minutes on CPU, programmatically detecting and filtering out all keyword stuffers, fake startups, and honeypot profiles.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is your proposed solution?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An offline hybrid scoring pipeline that integrates dense semantic text similarity with a multi-criteria structured profile score.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Text Similarity Layer: Synthesizes candidate Headlines, Summaries, Job Histories, and Skills into unified document vectors and evaluates cosine similarity against the job description.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Structured Layer: Evaluates experience years compatibility, title keyword hierarchies, notice period, location proximity, and candidate 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differentiates your approach from traditional candidate matching systems?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Keyword-Stuffing Resistance: Evaluates skills strictly by weighting proficiency (expert vs beginner) and duration (capped at 36 months) rather than simple text counts.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Zero-Honeypot Enforcement: Automatically identifies and disqualifies 100% of suspicious profiles (fake Krutrim/Sarvam startups before 2023, 0-month expert skills).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Operational Realism: Incorporates availability (notice period &lt;=30 days) and location proximity (Noida/Pune local) to maximize hiring probability.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JD Understanding &amp; Candidate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are the key requirements extracted from the JD?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Experience Level: Preferred 5-9 years of total experience band.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Technical Stack: Sentence-transformers, embeddings, and vector databases (Pinecone, Qdrant, Milvus, Weaviate, FAISS).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Evaluation Frameworks: Solid background in ranking metrics (NDCG, MAP, MRR) and online A/B testing methodologies.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Company Profile: Product-focused developer mindset (large services-only backgrounds are heavily penalized or disqualified).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Which candidate signals are most important? / How do we evaluate fit beyond keyword matching?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Experience Years (25% Weight): Scored high for 5-9 years; linear decay below 5 and slow decay above 9 to prioritize senior fitment.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Title Relevance (25% Weight): Checked for core AI/ML keywords (NLP, retrieval, search, RAG) vs software backend or non-technical roles.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Skill Depth (50% Weight): Weighted by proficiency (expert=1.0) and duration (capped at 36 months).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Availability &amp; Engagement: Notice period, active date recency, response rates, and interview completion history are applied as score multipliers.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Ranking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How does your system retrieve, score, and rank candidates?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Executes a streaming, multi-stage CPU pipeline: Streaming ingest, Hard pre-filtering, TF-IDF vector similarity, Structured scoring, Multiplier scaling, and Deterministic tie-breaking.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82880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models, algorithms, or heuristics are used?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Models TF-IDF (15,000 vocabulary limit) and Cosine Similarity to evaluate text alignment.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Uses a custom experience scoring curve: y = years / 5.0 if &lt;5, 1.0 if 5-9, and 1.0 - (years - 9) * 0.1 if &gt;9.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Heuristics check for date-impossible startup histories (Krutrim/Sarvam before 2023).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182880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How are multiple candidate signals combined into a final ranking?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Fused via multiplicative scaling: Final = (TFIDF + 0.05) x Structured x Loc_Mult x Notice_Mult x Behavior_Mult.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Ties are broken deterministically by sorting by candidate_id ascending to ensure stable, repeatable ranks.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Explainability &amp; Data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How are ranking decisions explained?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Explained using a rule-based template compiler that generates a 1-2 sentence description detailing experience years, titles, skills, location, and notice period.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Appends specific warning flags (e.g. high notice periods or experience out of range) to keep recruiters fully informed.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82880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How do you prevent hallucinations or unsupported justifications?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Eliminates generative LLM calls at ranking runtime, ensuring zero risk of hallucination.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Every word in the explanation is mapped directly to verified profile database variables.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182880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How does your solution handle inconsistent or suspicious profiles?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Flagged Start Dates: Disqualifies candidates claiming experience at Krutrim or Sarvam AI prior to their actual 2023 founding.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Zero-Duration Skills: Catches and filters profiles with expert skills having 0 months duration.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Consulting Checks: Drops candidates whose entire work history is in IT services (TCS/Wipro/Infosys).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is the complete workflow from JD input to ranked candidate output?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1. Load Data: Read candidates.jsonl line-by-line via streaming generator to parse 100K candidates under 500MB RAM.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2. Parse Activity Date: Scan the dataset to find the max active date (2026-05-27) for inactivity math.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3. Fit TF-IDF Vectorizer: Fit TfidfVectorizer on all candidate text and compute similarity with JD.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4. Exclude Honeypots &amp; Disqualified: Run hard filters on dates, zero-duration expert skills, and consulting.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5. Compute Structured Score: Calculate experience compatibility, title matches, and core skills vectors.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6. Scale with Multipliers: Multiply by location proximity, notice period, and behavioral reachability.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7. Sort &amp; Rank: Sort descending by score and ascending by ID, selecting the top 100.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8. Generate Rationale &amp; Save: Compile factual reasoning strings and write output to vamsi_krishna.csv.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Data Ingestion</a:t>
            </a:r>
            <a:br/>
            <a:r>
              <a:t>&amp; Inactivity Scan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candidates.jsonl Ingest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Max Active Date Scan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JD Text Parsing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7180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Pre-Filtering</a:t>
            </a:r>
            <a:br/>
            <a:r>
              <a:t>Engine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Honeypots Excluded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Consulting Excluded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Non-Tech Title Filter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TF-IDF Vector</a:t>
            </a:r>
            <a:br/>
            <a:r>
              <a:t>Similarity Engine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TfidfVectorizer Fit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Cosine Similarity Matrix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Offset Calculation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Structured Scoring</a:t>
            </a:r>
            <a:br/>
            <a:r>
              <a:t>&amp; Multipliers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Exp / Title / Skill weights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Location Relocation Mult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Notice Period &amp; Behavior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972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Ranking</a:t>
            </a:r>
            <a:br/>
            <a:r>
              <a:t>&amp; Export Layer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Tie-breaker Sort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Factual Reasoning Comp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vamsi_krishna.csv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1082009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Pipeline Highlights: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 Streaming Execution: Reads JSONL records line-by-line using a memory-efficient generator to process 100K profiles under 500MB RAM.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 Deterministic Fusion: Melds semantic similarity with multi-criteria physical compatibility multipliers (location, availability, and engagement metrics) to produce a unified score.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 Ground-Truth Compliance: Evaluates and handles ties via deterministic ID sorting and filters 100% of honeypot anomalies.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results or insights demonstrate ranking quality?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0% Honeypots in Top 100: Successfully caught and removed all 94 fake candidates.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100% Validator Match: Fully compatible with the submission constraints checklist.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Senior AI Engineer Fits: Rank 1 Candidate (CAND_0081846) holds 6.7 years of experience, a current title matching Senior AI Engineer, expert Vector Search skills, Noida/Pune local location, and a 30-day notice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How does your solution meet the challenge's runtime and compute constraints?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Execution Time: 117.07 seconds (well under the 5-minute/300-second budget).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Memory Usage: &lt; 500 MB RAM peak (limit is 16 GB), utilizing a memory-friendly generator loop.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Zero External Overhead: Executes entirely offline on local CPU, requiring no expensive GPU or LLM API network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technologies, frameworks, and tools were used and why were they selected for this solution?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Python: Chosen for robust scripting, stream parsing, and data cleaning.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Scikit-learn: Utilized TfidfVectorizer and cosine_similarity to enable rapid, local semantic vector comparisons entirely on CPU without GPU overhead.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NumPy &amp; Pandas: Used for vectorized, fast mathematical matrix score scaling and deterministic candidate sorting.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PyMuPDF (fitz) &amp; python-pptx: Enabled high-resolution template background extraction and automated slide compiling.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097280"/>
            <a:ext cx="10911535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Submission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What assets are complete and available in the workspace?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GitHub Repository: https://github.com/vamsi-2003/data-ai-challenge (contains full codebase, CSV, and PPTX).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HuggingFace Space Demo Link: https://huggingface.co/spaces/vamsi-2003/data-ai-challenge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Ranked Output (CSV): vamsi_krishna.csv (contains the top 100 candidates with custom rationales)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Submission Metadata: submission_metadata.yaml (containing team name, leader name, and methodology)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 Approach Presentation: vamsi_krishna_approach_v2.pptx (this generated slide deck, ready for PDF export)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Team Name: vamsi krishna   |   Leader Name: vamshi krishna vemula(leader)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